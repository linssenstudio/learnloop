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r="http://schemas.openxmlformats.org/officeDocument/2006/relationships">
  <p:sldIdLst>
    <p:sldId id="256" r:id="rId1"/>
    <p:sldId id="257" r:id="rId2"/>
    <p:sldId id="258" r:id="rId3"/>
  </p:sldIdLst>
</p:presentatio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s>
</file>

<file path=ppt/slides/slide1.xml><?xml version="1.0" encoding="utf-8"?>
<p:sld xmlns:p="http://schemas.openxmlformats.org/presentationml/2006/main" xmlns:a="http://schemas.openxmlformats.org/drawingml/2006/main">
  <p:cSld>
    <p:spTree>
      <p:sp>
        <p:txBody>
          <a:p>
            <a:r>
              <a:t>光合作用</a:t>
            </a:r>
          </a:p>
          <a:p>
            <a:r>
              <a:t>光合作用是植物利用光能将二氧化碳和水转化为有机物并释放氧气的过程。</a:t>
            </a:r>
          </a:p>
        </p:txBody>
      </p:sp>
    </p:spTree>
  </p:cSld>
</p:sld>
</file>

<file path=ppt/slides/slide2.xml><?xml version="1.0" encoding="utf-8"?>
<p:sld xmlns:p="http://schemas.openxmlformats.org/presentationml/2006/main" xmlns:a="http://schemas.openxmlformats.org/drawingml/2006/main">
  <p:cSld>
    <p:spTree>
      <p:sp>
        <p:txBody>
          <a:p>
            <a:r>
              <a:t>光反应阶段</a:t>
            </a:r>
          </a:p>
          <a:p>
            <a:r>
              <a:t>光反应发生在类囊体膜上，产生 ATP 和 NADPH，同时分解水分子释放氧气。</a:t>
            </a:r>
          </a:p>
        </p:txBody>
      </p:sp>
    </p:spTree>
  </p:cSld>
</p:sld>
</file>

<file path=ppt/slides/slide3.xml><?xml version="1.0" encoding="utf-8"?>
<p:sld xmlns:p="http://schemas.openxmlformats.org/presentationml/2006/main" xmlns:a="http://schemas.openxmlformats.org/drawingml/2006/main">
  <p:cSld>
    <p:spTree>
      <p:sp>
        <p:txBody>
          <a:p>
            <a:r>
              <a:t>暗反应阶段</a:t>
            </a:r>
          </a:p>
          <a:p>
            <a:r>
              <a:t>暗反应在叶绿体基质中进行，通过卡尔文循环固定二氧化碳，最终合成葡萄糖。</a:t>
            </a:r>
          </a:p>
        </p:txBody>
      </p:sp>
    </p:spTree>
  </p:cSld>
</p:sld>
</file>